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af5fb058e5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af5fb058e5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aeabf6d736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aeabf6d736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aeabf6d736_1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aeabf6d736_1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aeabf6d736_1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aeabf6d736_1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aeabf6d736_1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aeabf6d736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aeabf6d736_1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aeabf6d736_1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aed482252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aed482252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aed482252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aed482252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aed4822521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aed4822521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aeabf6d736_1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aeabf6d736_1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af5fb058e5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af5fb058e5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af5fb058e5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af5fb058e5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Red, Yellow, Green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Case study by Lukas Sinkus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Interpretation of the problem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The solution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Technologies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Code architecture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2 trade-offs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Further improvements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Scaling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problem</a:t>
            </a:r>
            <a:endParaRPr/>
          </a:p>
        </p:txBody>
      </p:sp>
      <p:sp>
        <p:nvSpPr>
          <p:cNvPr id="67" name="Google Shape;67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No overview of the states of all equipment - states can only be seen by physically seeing a magnet on each piece of equipment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Not possible to correlate orders scheduled for equipment </a:t>
            </a:r>
            <a:r>
              <a:rPr lang="en"/>
              <a:t>with </a:t>
            </a:r>
            <a:r>
              <a:rPr lang="en"/>
              <a:t>the current state of the equipment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Analog order scheduling to equipment (assumption)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Analog resolution of orders (assumption)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solution</a:t>
            </a:r>
            <a:endParaRPr/>
          </a:p>
        </p:txBody>
      </p:sp>
      <p:sp>
        <p:nvSpPr>
          <p:cNvPr id="73" name="Google Shape;73;p16"/>
          <p:cNvSpPr txBox="1"/>
          <p:nvPr>
            <p:ph idx="1" type="body"/>
          </p:nvPr>
        </p:nvSpPr>
        <p:spPr>
          <a:xfrm>
            <a:off x="0" y="1152475"/>
            <a:ext cx="45720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A</a:t>
            </a:r>
            <a:r>
              <a:rPr lang="en" sz="1500"/>
              <a:t> 3-tier system with different UIs for the two actors: workers and supervisors </a:t>
            </a:r>
            <a:endParaRPr sz="1500"/>
          </a:p>
          <a:p>
            <a:pPr indent="-32385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REST API for fetching / modifying data</a:t>
            </a:r>
            <a:endParaRPr sz="1500"/>
          </a:p>
          <a:p>
            <a:pPr indent="-32385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Live updates to the client apps with SignalR websockets</a:t>
            </a:r>
            <a:endParaRPr sz="1500"/>
          </a:p>
          <a:p>
            <a:pPr indent="-32385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Event driven architecture</a:t>
            </a:r>
            <a:endParaRPr sz="1500"/>
          </a:p>
          <a:p>
            <a:pPr indent="-32385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PostgreSQL database</a:t>
            </a:r>
            <a:endParaRPr sz="1500"/>
          </a:p>
          <a:p>
            <a:pPr indent="-32385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All components dockerized and deployable using a docker compose</a:t>
            </a:r>
            <a:endParaRPr sz="1500"/>
          </a:p>
        </p:txBody>
      </p:sp>
      <p:pic>
        <p:nvPicPr>
          <p:cNvPr id="74" name="Google Shape;74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58613" y="1017725"/>
            <a:ext cx="4008012" cy="341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solution - Supervisor view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See all equipment and history for each piece of equipment state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Schedule orders to equipment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See all scheduled orders and correlate them to equipment states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Live updates: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equipment state is changed 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order is completed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solution - Worker view</a:t>
            </a:r>
            <a:endParaRPr/>
          </a:p>
        </p:txBody>
      </p:sp>
      <p:sp>
        <p:nvSpPr>
          <p:cNvPr id="86" name="Google Shape;86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An overview of all pieces of equipment and their states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 interface for changing the state of each equipment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An interface to see the currently scheduled order with the possibility to mark it as done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An interface to see the order backlog for each piece of equipment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Live updates on: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Equipment state changes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Newly created orders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Technologies</a:t>
            </a:r>
            <a:endParaRPr/>
          </a:p>
        </p:txBody>
      </p:sp>
      <p:sp>
        <p:nvSpPr>
          <p:cNvPr id="92" name="Google Shape;92;p1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.NET10 backend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Entity Framework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Strongly typed queries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Unit of Work pattern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Code-first database schema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Migration management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Interceptor support for cross-cutting concerns, e.g.:</a:t>
            </a:r>
            <a:endParaRPr/>
          </a:p>
          <a:p>
            <a:pPr indent="-317500" lvl="3" marL="18288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Populating timestamps on modified entities</a:t>
            </a:r>
            <a:endParaRPr/>
          </a:p>
          <a:p>
            <a:pPr indent="-317500" lvl="3" marL="18288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Automatically filtering out soft-deleted rows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SignalR - publishing events to clients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MSTest + Testcontainers for API integration testing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react/typescript frontend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architecture</a:t>
            </a:r>
            <a:endParaRPr/>
          </a:p>
        </p:txBody>
      </p:sp>
      <p:sp>
        <p:nvSpPr>
          <p:cNvPr id="98" name="Google Shape;98;p2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Command Query Separation - split queries and commands in code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Code organization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Small handlers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Clear intent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Can be used for scaling, e.g. replacing reads to read from a </a:t>
            </a:r>
            <a:r>
              <a:rPr lang="en"/>
              <a:t>database </a:t>
            </a:r>
            <a:r>
              <a:rPr lang="en"/>
              <a:t>read replica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Vertical Slice Architecture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Organize code by feature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Each feature contains E2E code: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highly cohesive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lowly coupled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less complex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Minimal boilerplate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Trade</a:t>
            </a:r>
            <a:r>
              <a:rPr lang="en"/>
              <a:t>-off: Storage of equipment states</a:t>
            </a:r>
            <a:endParaRPr/>
          </a:p>
        </p:txBody>
      </p:sp>
      <p:sp>
        <p:nvSpPr>
          <p:cNvPr id="104" name="Google Shape;104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-325755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/>
              <a:t>Log of states (Id, EquipmentId, State, Timestamp) with a FK on EquipmentId and DESC index on timestamp</a:t>
            </a:r>
            <a:endParaRPr/>
          </a:p>
          <a:p>
            <a:pPr indent="-325755" lvl="0" marL="914400" rtl="0" algn="l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Pro - light inserts</a:t>
            </a:r>
            <a:endParaRPr/>
          </a:p>
          <a:p>
            <a:pPr indent="-325755" lvl="0" marL="914400" rtl="0" algn="l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Con - current state has to be computed on each read, querying is harder</a:t>
            </a:r>
            <a:endParaRPr/>
          </a:p>
          <a:p>
            <a:pPr indent="-325755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/>
              <a:t>Log of states + store a FK reference to the current state on Equipment</a:t>
            </a:r>
            <a:endParaRPr/>
          </a:p>
          <a:p>
            <a:pPr indent="-325755" lvl="0" marL="914400" rtl="0" algn="l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Pro - light and simple query</a:t>
            </a:r>
            <a:endParaRPr/>
          </a:p>
          <a:p>
            <a:pPr indent="-325755" lvl="0" marL="914400" rtl="0" algn="l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Con - have to write to 2 tables on state insert</a:t>
            </a:r>
            <a:endParaRPr/>
          </a:p>
          <a:p>
            <a:pPr indent="-325755" lvl="0" marL="914400" rtl="0" algn="l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Con - inserting a circular reference </a:t>
            </a:r>
            <a:r>
              <a:rPr lang="en"/>
              <a:t>❌</a:t>
            </a:r>
            <a:endParaRPr/>
          </a:p>
          <a:p>
            <a:pPr indent="-325755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/>
              <a:t>✅ Log of states + store a reference without FK + value of current state on Equipment </a:t>
            </a:r>
            <a:endParaRPr/>
          </a:p>
          <a:p>
            <a:pPr indent="-325755" lvl="0" marL="914400" rtl="0" algn="l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Pro - even lighter / simpler query to filter equipment by state</a:t>
            </a:r>
            <a:endParaRPr/>
          </a:p>
          <a:p>
            <a:pPr indent="-325755" lvl="0" marL="914400" rtl="0" algn="l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Pro - avoid inserting a circular reference</a:t>
            </a:r>
            <a:endParaRPr/>
          </a:p>
          <a:p>
            <a:pPr indent="-325755" lvl="0" marL="914400" rtl="0" algn="l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Con - 2 table write on insert</a:t>
            </a:r>
            <a:endParaRPr/>
          </a:p>
          <a:p>
            <a:pPr indent="-325755" lvl="0" marL="914400" rtl="0" algn="l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Con - duplicated data</a:t>
            </a:r>
            <a:endParaRPr/>
          </a:p>
          <a:p>
            <a:pPr indent="-325755" lvl="0" marL="914400" rtl="0" algn="l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Con - lack of FK potentially compromises data integrity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Pros: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Simple - no need to add code for handling new data, invalidate the relevant cache keys and the app handles it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Data consistency - all relevant data is re-fetched so it’s sure to be up-to-date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Cons: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Extra network requests to fetch data that can be computed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Small updates may trigger a big reload, which adds load to the backend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320"/>
              <a:t>Trade-off: UI events - cache invalidation vs in-place updates</a:t>
            </a:r>
            <a:endParaRPr sz="232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Improvements </a:t>
            </a:r>
            <a:endParaRPr/>
          </a:p>
        </p:txBody>
      </p:sp>
      <p:sp>
        <p:nvSpPr>
          <p:cNvPr id="116" name="Google Shape;116;p2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Add an actual service bus, such as RabbitMQ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Add pagination to endpoints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Use API clients generated from the OpenAPI spec for frontend and integration tests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Add authentication / authorization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S</a:t>
            </a:r>
            <a:r>
              <a:rPr lang="en"/>
              <a:t>caling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2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Split the application into 2 processes that can be further scaled horizontally - API and MessageConsumer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Caveat: event consumers that publish SignalR events need to run on the API container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Websockets have implications for horizontal scalability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need to use sticky sessions and potentially other technologies (e.g. Redis Backplane) to scale out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Implement in-place updates instead of cache invalidation in the frontend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</a:t>
            </a:r>
            <a:endParaRPr/>
          </a:p>
        </p:txBody>
      </p:sp>
      <p:sp>
        <p:nvSpPr>
          <p:cNvPr id="128" name="Google Shape;128;p2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