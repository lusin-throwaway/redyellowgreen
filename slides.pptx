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f5fb058e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f5fb058e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eabf6d736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eabf6d73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aeabf6d73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aeabf6d73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eabf6d736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eabf6d736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eabf6d736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eabf6d736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abf6d736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abf6d736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ed482252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ed482252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ed4822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ed4822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d482252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d482252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eabf6d736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eabf6d73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f5fb058e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f5fb058e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f5fb058e5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af5fb058e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Red, Yellow, Green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by Lukas Sinkus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Interpretation of the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solution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Technologies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Code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2 trade-offs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Further improvements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Scaling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 overview of the states of all equipment - states can only be seen by physically seeing a magnet on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possible to correlate orders scheduled for equipment </a:t>
            </a:r>
            <a:r>
              <a:rPr lang="en"/>
              <a:t>with </a:t>
            </a:r>
            <a:r>
              <a:rPr lang="en"/>
              <a:t>the current state of the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order scheduling to equipment (assumption)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resolution of orders (assumption)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0" y="1152475"/>
            <a:ext cx="4572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</a:t>
            </a:r>
            <a:r>
              <a:rPr lang="en" sz="1500"/>
              <a:t> 3-tier system with different UIs for the two actors: workers and supervisors 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REST API for fetching / modifying data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Live updates to the client apps with SignalR websockets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Event driven architecture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PostgreSQL database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All components dockerized and deployable using a docker compose</a:t>
            </a:r>
            <a:endParaRPr sz="1500"/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8613" y="1017725"/>
            <a:ext cx="4008012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Supervisor 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equipment and history for each piece of equipment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Schedule orders to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scheduled orders and correlate them to equipment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equipment state is changed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 is completed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Worker view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overview of all pieces of equipment and their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interface for changing the state of each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currently scheduled order with the possibility to mark it as done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order backlog for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 on: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Equipment state changes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Newly created orders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</a:t>
            </a:r>
            <a:endParaRPr/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.NET10 backend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Entity Framework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Strongly typed queries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Unit of Work pattern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Code-first database schema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Migration management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Interceptor support for cross-cutting concerns, e.g.:</a:t>
            </a:r>
            <a:endParaRPr/>
          </a:p>
          <a:p>
            <a:pPr indent="-317500" lvl="3" marL="18288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Populating timestamps on modified entities</a:t>
            </a:r>
            <a:endParaRPr/>
          </a:p>
          <a:p>
            <a:pPr indent="-317500" lvl="3" marL="18288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Automatically filtering out soft-deleted rows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SignalR - publishing events to clients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MSTest + Testcontainers for API integration testing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react/typescript frontend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architecture</a:t>
            </a:r>
            <a:endParaRPr/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Command Query Separation - split queries and commands in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 organization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Small handlers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Clear intent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Can be used for scaling, e.g. replacing reads to read from a </a:t>
            </a:r>
            <a:r>
              <a:rPr lang="en"/>
              <a:t>database </a:t>
            </a:r>
            <a:r>
              <a:rPr lang="en"/>
              <a:t>read replica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Vertical Slice Architecture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Organize code by feature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Each feature contains E2E code: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highly cohesive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lowly coupled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less complex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Minimal boilerplate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</a:t>
            </a:r>
            <a:r>
              <a:rPr lang="en"/>
              <a:t>-off: Storage of equipment states</a:t>
            </a:r>
            <a:endParaRPr/>
          </a:p>
        </p:txBody>
      </p:sp>
      <p:sp>
        <p:nvSpPr>
          <p:cNvPr id="104" name="Google Shape;104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(Id, EquipmentId, State, Timestamp) with a FK on EquipmentId and DESC index on timestamp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inserts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current state has to be computed on each read, querying is harder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+ store a FK reference to the current state on Equipment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and simple query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have to write to 2 tables on state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inserting a circular reference </a:t>
            </a:r>
            <a:r>
              <a:rPr lang="en"/>
              <a:t>❌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✅ Log of states + store a reference without FK + value of current state on Equipment 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even lighter / simpler query to filter equipment by state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avoid inserting a circular reference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- 2 table write on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duplicated data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lack of FK potentially compromises data integrity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Simple - no need to add code for handling new data, invalidate the relevant cache keys and the app handles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Data consistency - all relevant data is re-fetched so it’s sure to be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Extra network requests to fetch data that can be computed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Small updates may trigger a big reload, which adds load to the backend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320"/>
              <a:t>Trade-off: UI events - cache invalidation vs in-place updates</a:t>
            </a:r>
            <a:endParaRPr sz="232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Improvements </a:t>
            </a:r>
            <a:endParaRPr/>
          </a:p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an actual service bus, such as RabbitMQ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 API clients generated from the OpenAPI spec for frontend and integration tests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pagination to endpoints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S</a:t>
            </a:r>
            <a:r>
              <a:rPr lang="en"/>
              <a:t>caling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Split the application into 2 processes that can be further scaled horizontally - API and MessageConsumer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Caveat: event consumers that publish SignalR events need to run on the API container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Websockets have implications for horizontal scalability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need to use sticky sessions and potentially other technologies (e.g. Redis Backplane) to scale out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Implement in-place updates instead of cache invalidation in the frontend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