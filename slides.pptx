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eabf6d736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eabf6d736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aeabf6d736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aeabf6d736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aeabf6d736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aeabf6d736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eabf6d736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aeabf6d736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eabf6d736_1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eabf6d736_1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ed482252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aed482252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aed48225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aed48225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ed4822521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aed4822521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eabf6d736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aeabf6d736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Red, Yellow, Green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by Lukas Sinkus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 overview of the states of all equipment - states can only be seen by physically seeing each piece of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Not possible to correlate orders scheduled for equipment </a:t>
            </a:r>
            <a:r>
              <a:rPr lang="en"/>
              <a:t>with </a:t>
            </a:r>
            <a:r>
              <a:rPr lang="en"/>
              <a:t>the current state of the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Analog order scheduling to equipment (assumption)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Analog resolution of orders (assumption)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0" y="1152475"/>
            <a:ext cx="4572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A</a:t>
            </a:r>
            <a:r>
              <a:rPr lang="en" sz="1500"/>
              <a:t> 3-tier system with different UIs for the two actors: workers and supervisors 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Live updates to the client apps with SignalR websockets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Event driven architecture using a mocked service bus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PostgreSQL database managed and accessed with EF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API level E2E testing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All components dockerized and deployable using a docker compose</a:t>
            </a:r>
            <a:endParaRPr sz="1500"/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8613" y="1017725"/>
            <a:ext cx="4008012" cy="341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 - Supervisor view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See all equipment and what is each equipments state history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Schedule orders to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See all scheduled orders and correlate them to equipment states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Live updates when equipment state is changed or order is completed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 - Worker view</a:t>
            </a:r>
            <a:endParaRPr/>
          </a:p>
        </p:txBody>
      </p:sp>
      <p:sp>
        <p:nvSpPr>
          <p:cNvPr id="80" name="Google Shape;80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overview of all pieces of equipment and their states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Live updates on changed equipment state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interface for changing the state of each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interface to see the currently scheduled order with the possibility to mark it as done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interface to see the order backlog for each piece of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Live updates for newly created orders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Technologies</a:t>
            </a:r>
            <a:endParaRPr/>
          </a:p>
        </p:txBody>
      </p:sp>
      <p:sp>
        <p:nvSpPr>
          <p:cNvPr id="86" name="Google Shape;86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Entity Framework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Strongly typed queries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Unit of Work pattern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Code-first database schema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Migration management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Interceptor support for cross-cutting concerns, e.g.: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Populating timestamp, current user properties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Automatically filtering out soft-deleted rows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SignalR - publishing events to clients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MSTest + Testcontainers for API integration testing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architecture</a:t>
            </a:r>
            <a:endParaRPr/>
          </a:p>
        </p:txBody>
      </p:sp>
      <p:sp>
        <p:nvSpPr>
          <p:cNvPr id="92" name="Google Shape;92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CQRS - split queries and commands in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Code organization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Small handlers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Clear intent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Can be used for scaling, e.g. replacing reads to read from a </a:t>
            </a:r>
            <a:r>
              <a:rPr lang="en"/>
              <a:t>database </a:t>
            </a:r>
            <a:r>
              <a:rPr lang="en"/>
              <a:t>read replica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Vertical Slice Architecture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Organize code by feature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Each feature contains E2E code completing it, making it: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highly cohesive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lowly coupled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less complex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Minimal boilerplate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Trade</a:t>
            </a:r>
            <a:r>
              <a:rPr lang="en"/>
              <a:t>-off: Storage of equipment states</a:t>
            </a:r>
            <a:endParaRPr/>
          </a:p>
        </p:txBody>
      </p:sp>
      <p:sp>
        <p:nvSpPr>
          <p:cNvPr id="98" name="Google Shape;98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Log of states (Id, EquipmentId, State, Timestamp) with a FK on EquipmentId and DESC index on timestamp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light inserts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current state has to be computed on each read, querying is harder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Log of states + store a FK reference to the current state on Equipment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light and simple query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have to write to 2 tables on state insert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inserting a circular reference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Log of states + store a reference without FK + value of current state on Equipment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even lighter / simpler query to filter equipment by state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avoid inserting a circular reference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- 2 table write on insert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duplicated data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lack of FK potentially compromises data integrity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Simple - no need to add code for handling new data, invalidate the relevant cache keys and the app handles 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Data consistency - all relevant data is re-fetched so it’s sure to be up-to-date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Extra network requests to fetch data that can be computed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Small updates may trigger a big reload, which adds load to the backend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320"/>
              <a:t>Trade-off: UI events - cache invalidation vs in-place updates</a:t>
            </a:r>
            <a:endParaRPr sz="232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Improvements / scaling options</a:t>
            </a:r>
            <a:endParaRPr/>
          </a:p>
        </p:txBody>
      </p:sp>
      <p:sp>
        <p:nvSpPr>
          <p:cNvPr id="110" name="Google Shape;110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an actual service bus, such as RabbitMQ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Split the application into 2 containers that can be further scaled horizontally - API and MessageConsumer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Caveat: event consumers that publish SignalR events need to run on the API container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Websockets have implications for horizontal scalability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need to use sticky sessions and potentially other technologies (e.g. Redis Backplane) to scale out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Use API clients generated from the OpenAPI spec for frontend and integration tests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